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63" r:id="rId4"/>
  </p:sldIdLst>
  <p:sldSz cx="24385588" cy="13717588"/>
  <p:notesSz cx="6858000" cy="9144000"/>
  <p:defaultTextStyle>
    <a:defPPr>
      <a:defRPr lang="zh-CN"/>
    </a:defPPr>
    <a:lvl1pPr marL="0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1">
          <p15:clr>
            <a:srgbClr val="A4A3A4"/>
          </p15:clr>
        </p15:guide>
        <p15:guide id="2" pos="76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33" d="100"/>
          <a:sy n="33" d="100"/>
        </p:scale>
        <p:origin x="1596" y="1182"/>
      </p:cViewPr>
      <p:guideLst>
        <p:guide orient="horz" pos="4321"/>
        <p:guide pos="768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28919" y="4261345"/>
            <a:ext cx="20727750" cy="29403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657838" y="7773300"/>
            <a:ext cx="17069912" cy="35056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0886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177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265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3545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443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531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7620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87091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26293" y="8814822"/>
            <a:ext cx="20727750" cy="2724465"/>
          </a:xfrm>
        </p:spPr>
        <p:txBody>
          <a:bodyPr anchor="t"/>
          <a:lstStyle>
            <a:lvl1pPr algn="l">
              <a:defRPr sz="95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26293" y="5814100"/>
            <a:ext cx="20727750" cy="3000721"/>
          </a:xfrm>
        </p:spPr>
        <p:txBody>
          <a:bodyPr anchor="b"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1088639" indent="0">
              <a:buNone/>
              <a:defRPr sz="4300">
                <a:solidFill>
                  <a:schemeClr val="tx1">
                    <a:tint val="75000"/>
                  </a:schemeClr>
                </a:solidFill>
              </a:defRPr>
            </a:lvl2pPr>
            <a:lvl3pPr marL="2177278" indent="0">
              <a:buNone/>
              <a:defRPr sz="3800">
                <a:solidFill>
                  <a:schemeClr val="tx1">
                    <a:tint val="75000"/>
                  </a:schemeClr>
                </a:solidFill>
              </a:defRPr>
            </a:lvl3pPr>
            <a:lvl4pPr marL="3265917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4pPr>
            <a:lvl5pPr marL="4354556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5pPr>
            <a:lvl6pPr marL="5443195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6pPr>
            <a:lvl7pPr marL="6531834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7pPr>
            <a:lvl8pPr marL="7620472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8pPr>
            <a:lvl9pPr marL="8709111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19280" y="3200772"/>
            <a:ext cx="10770301" cy="9052974"/>
          </a:xfrm>
        </p:spPr>
        <p:txBody>
          <a:bodyPr/>
          <a:lstStyle>
            <a:lvl1pPr>
              <a:defRPr sz="6700"/>
            </a:lvl1pPr>
            <a:lvl2pPr>
              <a:defRPr sz="5700"/>
            </a:lvl2pPr>
            <a:lvl3pPr>
              <a:defRPr sz="4800"/>
            </a:lvl3pPr>
            <a:lvl4pPr>
              <a:defRPr sz="4300"/>
            </a:lvl4pPr>
            <a:lvl5pPr>
              <a:defRPr sz="4300"/>
            </a:lvl5pPr>
            <a:lvl6pPr>
              <a:defRPr sz="4300"/>
            </a:lvl6pPr>
            <a:lvl7pPr>
              <a:defRPr sz="4300"/>
            </a:lvl7pPr>
            <a:lvl8pPr>
              <a:defRPr sz="4300"/>
            </a:lvl8pPr>
            <a:lvl9pPr>
              <a:defRPr sz="43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2396007" y="3200772"/>
            <a:ext cx="10770301" cy="9052974"/>
          </a:xfrm>
        </p:spPr>
        <p:txBody>
          <a:bodyPr/>
          <a:lstStyle>
            <a:lvl1pPr>
              <a:defRPr sz="6700"/>
            </a:lvl1pPr>
            <a:lvl2pPr>
              <a:defRPr sz="5700"/>
            </a:lvl2pPr>
            <a:lvl3pPr>
              <a:defRPr sz="4800"/>
            </a:lvl3pPr>
            <a:lvl4pPr>
              <a:defRPr sz="4300"/>
            </a:lvl4pPr>
            <a:lvl5pPr>
              <a:defRPr sz="4300"/>
            </a:lvl5pPr>
            <a:lvl6pPr>
              <a:defRPr sz="4300"/>
            </a:lvl6pPr>
            <a:lvl7pPr>
              <a:defRPr sz="4300"/>
            </a:lvl7pPr>
            <a:lvl8pPr>
              <a:defRPr sz="4300"/>
            </a:lvl8pPr>
            <a:lvl9pPr>
              <a:defRPr sz="43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80" y="3070582"/>
            <a:ext cx="10774536" cy="1279672"/>
          </a:xfrm>
        </p:spPr>
        <p:txBody>
          <a:bodyPr anchor="b"/>
          <a:lstStyle>
            <a:lvl1pPr marL="0" indent="0">
              <a:buNone/>
              <a:defRPr sz="5700" b="1"/>
            </a:lvl1pPr>
            <a:lvl2pPr marL="1088639" indent="0">
              <a:buNone/>
              <a:defRPr sz="4800" b="1"/>
            </a:lvl2pPr>
            <a:lvl3pPr marL="2177278" indent="0">
              <a:buNone/>
              <a:defRPr sz="4300" b="1"/>
            </a:lvl3pPr>
            <a:lvl4pPr marL="3265917" indent="0">
              <a:buNone/>
              <a:defRPr sz="3800" b="1"/>
            </a:lvl4pPr>
            <a:lvl5pPr marL="4354556" indent="0">
              <a:buNone/>
              <a:defRPr sz="3800" b="1"/>
            </a:lvl5pPr>
            <a:lvl6pPr marL="5443195" indent="0">
              <a:buNone/>
              <a:defRPr sz="3800" b="1"/>
            </a:lvl6pPr>
            <a:lvl7pPr marL="6531834" indent="0">
              <a:buNone/>
              <a:defRPr sz="3800" b="1"/>
            </a:lvl7pPr>
            <a:lvl8pPr marL="7620472" indent="0">
              <a:buNone/>
              <a:defRPr sz="3800" b="1"/>
            </a:lvl8pPr>
            <a:lvl9pPr marL="8709111" indent="0">
              <a:buNone/>
              <a:defRPr sz="3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219280" y="4350254"/>
            <a:ext cx="10774536" cy="7903491"/>
          </a:xfrm>
        </p:spPr>
        <p:txBody>
          <a:bodyPr/>
          <a:lstStyle>
            <a:lvl1pPr>
              <a:defRPr sz="5700"/>
            </a:lvl1pPr>
            <a:lvl2pPr>
              <a:defRPr sz="4800"/>
            </a:lvl2pPr>
            <a:lvl3pPr>
              <a:defRPr sz="4300"/>
            </a:lvl3pPr>
            <a:lvl4pPr>
              <a:defRPr sz="3800"/>
            </a:lvl4pPr>
            <a:lvl5pPr>
              <a:defRPr sz="3800"/>
            </a:lvl5pPr>
            <a:lvl6pPr>
              <a:defRPr sz="3800"/>
            </a:lvl6pPr>
            <a:lvl7pPr>
              <a:defRPr sz="3800"/>
            </a:lvl7pPr>
            <a:lvl8pPr>
              <a:defRPr sz="3800"/>
            </a:lvl8pPr>
            <a:lvl9pPr>
              <a:defRPr sz="3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12387541" y="3070582"/>
            <a:ext cx="10778769" cy="1279672"/>
          </a:xfrm>
        </p:spPr>
        <p:txBody>
          <a:bodyPr anchor="b"/>
          <a:lstStyle>
            <a:lvl1pPr marL="0" indent="0">
              <a:buNone/>
              <a:defRPr sz="5700" b="1"/>
            </a:lvl1pPr>
            <a:lvl2pPr marL="1088639" indent="0">
              <a:buNone/>
              <a:defRPr sz="4800" b="1"/>
            </a:lvl2pPr>
            <a:lvl3pPr marL="2177278" indent="0">
              <a:buNone/>
              <a:defRPr sz="4300" b="1"/>
            </a:lvl3pPr>
            <a:lvl4pPr marL="3265917" indent="0">
              <a:buNone/>
              <a:defRPr sz="3800" b="1"/>
            </a:lvl4pPr>
            <a:lvl5pPr marL="4354556" indent="0">
              <a:buNone/>
              <a:defRPr sz="3800" b="1"/>
            </a:lvl5pPr>
            <a:lvl6pPr marL="5443195" indent="0">
              <a:buNone/>
              <a:defRPr sz="3800" b="1"/>
            </a:lvl6pPr>
            <a:lvl7pPr marL="6531834" indent="0">
              <a:buNone/>
              <a:defRPr sz="3800" b="1"/>
            </a:lvl7pPr>
            <a:lvl8pPr marL="7620472" indent="0">
              <a:buNone/>
              <a:defRPr sz="3800" b="1"/>
            </a:lvl8pPr>
            <a:lvl9pPr marL="8709111" indent="0">
              <a:buNone/>
              <a:defRPr sz="3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12387541" y="4350254"/>
            <a:ext cx="10778769" cy="7903491"/>
          </a:xfrm>
        </p:spPr>
        <p:txBody>
          <a:bodyPr/>
          <a:lstStyle>
            <a:lvl1pPr>
              <a:defRPr sz="5700"/>
            </a:lvl1pPr>
            <a:lvl2pPr>
              <a:defRPr sz="4800"/>
            </a:lvl2pPr>
            <a:lvl3pPr>
              <a:defRPr sz="4300"/>
            </a:lvl3pPr>
            <a:lvl4pPr>
              <a:defRPr sz="3800"/>
            </a:lvl4pPr>
            <a:lvl5pPr>
              <a:defRPr sz="3800"/>
            </a:lvl5pPr>
            <a:lvl6pPr>
              <a:defRPr sz="3800"/>
            </a:lvl6pPr>
            <a:lvl7pPr>
              <a:defRPr sz="3800"/>
            </a:lvl7pPr>
            <a:lvl8pPr>
              <a:defRPr sz="3800"/>
            </a:lvl8pPr>
            <a:lvl9pPr>
              <a:defRPr sz="3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81" y="546163"/>
            <a:ext cx="8022690" cy="2324369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534088" y="546164"/>
            <a:ext cx="13632221" cy="11707581"/>
          </a:xfrm>
        </p:spPr>
        <p:txBody>
          <a:bodyPr/>
          <a:lstStyle>
            <a:lvl1pPr>
              <a:defRPr sz="7600"/>
            </a:lvl1pPr>
            <a:lvl2pPr>
              <a:defRPr sz="6700"/>
            </a:lvl2pPr>
            <a:lvl3pPr>
              <a:defRPr sz="570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81" y="2870533"/>
            <a:ext cx="8022690" cy="9383212"/>
          </a:xfrm>
        </p:spPr>
        <p:txBody>
          <a:bodyPr/>
          <a:lstStyle>
            <a:lvl1pPr marL="0" indent="0">
              <a:buNone/>
              <a:defRPr sz="3300"/>
            </a:lvl1pPr>
            <a:lvl2pPr marL="1088639" indent="0">
              <a:buNone/>
              <a:defRPr sz="2900"/>
            </a:lvl2pPr>
            <a:lvl3pPr marL="2177278" indent="0">
              <a:buNone/>
              <a:defRPr sz="2400"/>
            </a:lvl3pPr>
            <a:lvl4pPr marL="3265917" indent="0">
              <a:buNone/>
              <a:defRPr sz="2100"/>
            </a:lvl4pPr>
            <a:lvl5pPr marL="4354556" indent="0">
              <a:buNone/>
              <a:defRPr sz="2100"/>
            </a:lvl5pPr>
            <a:lvl6pPr marL="5443195" indent="0">
              <a:buNone/>
              <a:defRPr sz="2100"/>
            </a:lvl6pPr>
            <a:lvl7pPr marL="6531834" indent="0">
              <a:buNone/>
              <a:defRPr sz="2100"/>
            </a:lvl7pPr>
            <a:lvl8pPr marL="7620472" indent="0">
              <a:buNone/>
              <a:defRPr sz="2100"/>
            </a:lvl8pPr>
            <a:lvl9pPr marL="8709111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79746" y="9602312"/>
            <a:ext cx="14631353" cy="1133607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9746" y="1225692"/>
            <a:ext cx="14631353" cy="8230553"/>
          </a:xfrm>
        </p:spPr>
        <p:txBody>
          <a:bodyPr/>
          <a:lstStyle>
            <a:lvl1pPr marL="0" indent="0">
              <a:buNone/>
              <a:defRPr sz="7600"/>
            </a:lvl1pPr>
            <a:lvl2pPr marL="1088639" indent="0">
              <a:buNone/>
              <a:defRPr sz="6700"/>
            </a:lvl2pPr>
            <a:lvl3pPr marL="2177278" indent="0">
              <a:buNone/>
              <a:defRPr sz="5700"/>
            </a:lvl3pPr>
            <a:lvl4pPr marL="3265917" indent="0">
              <a:buNone/>
              <a:defRPr sz="4800"/>
            </a:lvl4pPr>
            <a:lvl5pPr marL="4354556" indent="0">
              <a:buNone/>
              <a:defRPr sz="4800"/>
            </a:lvl5pPr>
            <a:lvl6pPr marL="5443195" indent="0">
              <a:buNone/>
              <a:defRPr sz="4800"/>
            </a:lvl6pPr>
            <a:lvl7pPr marL="6531834" indent="0">
              <a:buNone/>
              <a:defRPr sz="4800"/>
            </a:lvl7pPr>
            <a:lvl8pPr marL="7620472" indent="0">
              <a:buNone/>
              <a:defRPr sz="4800"/>
            </a:lvl8pPr>
            <a:lvl9pPr marL="8709111" indent="0">
              <a:buNone/>
              <a:defRPr sz="4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79746" y="10735919"/>
            <a:ext cx="14631353" cy="1609910"/>
          </a:xfrm>
        </p:spPr>
        <p:txBody>
          <a:bodyPr/>
          <a:lstStyle>
            <a:lvl1pPr marL="0" indent="0">
              <a:buNone/>
              <a:defRPr sz="3300"/>
            </a:lvl1pPr>
            <a:lvl2pPr marL="1088639" indent="0">
              <a:buNone/>
              <a:defRPr sz="2900"/>
            </a:lvl2pPr>
            <a:lvl3pPr marL="2177278" indent="0">
              <a:buNone/>
              <a:defRPr sz="2400"/>
            </a:lvl3pPr>
            <a:lvl4pPr marL="3265917" indent="0">
              <a:buNone/>
              <a:defRPr sz="2100"/>
            </a:lvl4pPr>
            <a:lvl5pPr marL="4354556" indent="0">
              <a:buNone/>
              <a:defRPr sz="2100"/>
            </a:lvl5pPr>
            <a:lvl6pPr marL="5443195" indent="0">
              <a:buNone/>
              <a:defRPr sz="2100"/>
            </a:lvl6pPr>
            <a:lvl7pPr marL="6531834" indent="0">
              <a:buNone/>
              <a:defRPr sz="2100"/>
            </a:lvl7pPr>
            <a:lvl8pPr marL="7620472" indent="0">
              <a:buNone/>
              <a:defRPr sz="2100"/>
            </a:lvl8pPr>
            <a:lvl9pPr marL="8709111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7679551" y="549341"/>
            <a:ext cx="5486757" cy="1170440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80" y="549341"/>
            <a:ext cx="16053845" cy="1170440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19280" y="549339"/>
            <a:ext cx="21947029" cy="2286265"/>
          </a:xfrm>
          <a:prstGeom prst="rect">
            <a:avLst/>
          </a:prstGeom>
        </p:spPr>
        <p:txBody>
          <a:bodyPr vert="horz" lIns="217728" tIns="108864" rIns="217728" bIns="108864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80" y="3200772"/>
            <a:ext cx="21947029" cy="9052974"/>
          </a:xfrm>
          <a:prstGeom prst="rect">
            <a:avLst/>
          </a:prstGeom>
        </p:spPr>
        <p:txBody>
          <a:bodyPr vert="horz" lIns="217728" tIns="108864" rIns="217728" bIns="108864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219279" y="12714173"/>
            <a:ext cx="5689971" cy="730335"/>
          </a:xfrm>
          <a:prstGeom prst="rect">
            <a:avLst/>
          </a:prstGeom>
        </p:spPr>
        <p:txBody>
          <a:bodyPr vert="horz" lIns="217728" tIns="108864" rIns="217728" bIns="108864" rtlCol="0" anchor="ctr"/>
          <a:lstStyle>
            <a:lvl1pPr algn="l">
              <a:defRPr sz="2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331743" y="12714173"/>
            <a:ext cx="7722103" cy="730335"/>
          </a:xfrm>
          <a:prstGeom prst="rect">
            <a:avLst/>
          </a:prstGeom>
        </p:spPr>
        <p:txBody>
          <a:bodyPr vert="horz" lIns="217728" tIns="108864" rIns="217728" bIns="108864" rtlCol="0" anchor="ctr"/>
          <a:lstStyle>
            <a:lvl1pPr algn="ctr">
              <a:defRPr sz="2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476338" y="12714173"/>
            <a:ext cx="5689971" cy="730335"/>
          </a:xfrm>
          <a:prstGeom prst="rect">
            <a:avLst/>
          </a:prstGeom>
        </p:spPr>
        <p:txBody>
          <a:bodyPr vert="horz" lIns="217728" tIns="108864" rIns="217728" bIns="108864" rtlCol="0" anchor="ctr"/>
          <a:lstStyle>
            <a:lvl1pPr algn="r">
              <a:defRPr sz="2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177278" rtl="0" eaLnBrk="1" latinLnBrk="0" hangingPunct="1">
        <a:spcBef>
          <a:spcPct val="0"/>
        </a:spcBef>
        <a:buNone/>
        <a:defRPr sz="10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16479" indent="-816479" algn="l" defTabSz="2177278" rtl="0" eaLnBrk="1" latinLnBrk="0" hangingPunct="1">
        <a:spcBef>
          <a:spcPct val="20000"/>
        </a:spcBef>
        <a:buFont typeface="Arial" pitchFamily="34" charset="0"/>
        <a:buChar char="•"/>
        <a:defRPr sz="7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9038" indent="-680399" algn="l" defTabSz="2177278" rtl="0" eaLnBrk="1" latinLnBrk="0" hangingPunct="1">
        <a:spcBef>
          <a:spcPct val="20000"/>
        </a:spcBef>
        <a:buFont typeface="Arial" pitchFamily="34" charset="0"/>
        <a:buChar char="–"/>
        <a:defRPr sz="6700" kern="1200">
          <a:solidFill>
            <a:schemeClr val="tx1"/>
          </a:solidFill>
          <a:latin typeface="+mn-lt"/>
          <a:ea typeface="+mn-ea"/>
          <a:cs typeface="+mn-cs"/>
        </a:defRPr>
      </a:lvl2pPr>
      <a:lvl3pPr marL="2721597" indent="-544319" algn="l" defTabSz="2177278" rtl="0" eaLnBrk="1" latinLnBrk="0" hangingPunct="1">
        <a:spcBef>
          <a:spcPct val="20000"/>
        </a:spcBef>
        <a:buFont typeface="Arial" pitchFamily="34" charset="0"/>
        <a:buChar char="•"/>
        <a:defRPr sz="5700" kern="1200">
          <a:solidFill>
            <a:schemeClr val="tx1"/>
          </a:solidFill>
          <a:latin typeface="+mn-lt"/>
          <a:ea typeface="+mn-ea"/>
          <a:cs typeface="+mn-cs"/>
        </a:defRPr>
      </a:lvl3pPr>
      <a:lvl4pPr marL="3810236" indent="-544319" algn="l" defTabSz="2177278" rtl="0" eaLnBrk="1" latinLnBrk="0" hangingPunct="1">
        <a:spcBef>
          <a:spcPct val="20000"/>
        </a:spcBef>
        <a:buFont typeface="Arial" pitchFamily="34" charset="0"/>
        <a:buChar char="–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98875" indent="-544319" algn="l" defTabSz="2177278" rtl="0" eaLnBrk="1" latinLnBrk="0" hangingPunct="1">
        <a:spcBef>
          <a:spcPct val="20000"/>
        </a:spcBef>
        <a:buFont typeface="Arial" pitchFamily="34" charset="0"/>
        <a:buChar char="»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5987514" indent="-544319" algn="l" defTabSz="2177278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076153" indent="-544319" algn="l" defTabSz="2177278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164792" indent="-544319" algn="l" defTabSz="2177278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253431" indent="-544319" algn="l" defTabSz="2177278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177278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1088639" algn="l" defTabSz="2177278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2pPr>
      <a:lvl3pPr marL="2177278" algn="l" defTabSz="2177278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3265917" algn="l" defTabSz="2177278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4pPr>
      <a:lvl5pPr marL="4354556" algn="l" defTabSz="2177278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5pPr>
      <a:lvl6pPr marL="5443195" algn="l" defTabSz="2177278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6pPr>
      <a:lvl7pPr marL="6531834" algn="l" defTabSz="2177278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7pPr>
      <a:lvl8pPr marL="7620472" algn="l" defTabSz="2177278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8pPr>
      <a:lvl9pPr marL="8709111" algn="l" defTabSz="2177278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61EB10B4-2F61-40B7-AF17-A30502713037}"/>
              </a:ext>
            </a:extLst>
          </p:cNvPr>
          <p:cNvSpPr txBox="1">
            <a:spLocks/>
          </p:cNvSpPr>
          <p:nvPr/>
        </p:nvSpPr>
        <p:spPr>
          <a:xfrm>
            <a:off x="1031554" y="3670277"/>
            <a:ext cx="14473609" cy="2572476"/>
          </a:xfrm>
          <a:prstGeom prst="rect">
            <a:avLst/>
          </a:prstGeom>
        </p:spPr>
        <p:txBody>
          <a:bodyPr lIns="52693" tIns="26346" rIns="52693" bIns="26346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0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请在此输入大标题</a:t>
            </a:r>
            <a:endParaRPr lang="en-US" altLang="zh-CN" sz="100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（大标题微软雅黑加粗，</a:t>
            </a:r>
            <a:r>
              <a:rPr lang="en-US" altLang="zh-CN" sz="14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4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号字）</a:t>
            </a:r>
            <a:endParaRPr lang="en-US" altLang="zh-CN" sz="1400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FD6E0406-ACF6-4E39-8BA4-C0E864B42260}"/>
              </a:ext>
            </a:extLst>
          </p:cNvPr>
          <p:cNvSpPr txBox="1">
            <a:spLocks/>
          </p:cNvSpPr>
          <p:nvPr/>
        </p:nvSpPr>
        <p:spPr>
          <a:xfrm>
            <a:off x="1031554" y="8010922"/>
            <a:ext cx="7100189" cy="1352480"/>
          </a:xfrm>
          <a:prstGeom prst="rect">
            <a:avLst/>
          </a:prstGeom>
        </p:spPr>
        <p:txBody>
          <a:bodyPr lIns="52693" tIns="26346" rIns="52693" bIns="26346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5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演讲人姓名、职务</a:t>
            </a:r>
            <a:endParaRPr lang="en-US" altLang="zh-CN" sz="45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（微软雅黑加粗，</a:t>
            </a:r>
            <a:r>
              <a:rPr lang="en-US" altLang="zh-CN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45</a:t>
            </a:r>
            <a:r>
              <a:rPr lang="zh-CN" altLang="en-US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号字）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1EB10B4-2F61-40B7-AF17-A30502713037}"/>
              </a:ext>
            </a:extLst>
          </p:cNvPr>
          <p:cNvSpPr txBox="1">
            <a:spLocks/>
          </p:cNvSpPr>
          <p:nvPr/>
        </p:nvSpPr>
        <p:spPr>
          <a:xfrm>
            <a:off x="1031554" y="5941304"/>
            <a:ext cx="8292385" cy="1555729"/>
          </a:xfrm>
          <a:prstGeom prst="rect">
            <a:avLst/>
          </a:prstGeom>
        </p:spPr>
        <p:txBody>
          <a:bodyPr lIns="52693" tIns="26346" rIns="52693" bIns="26346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6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请在此输入二级标题</a:t>
            </a:r>
            <a:endParaRPr lang="en-US" altLang="zh-CN" sz="60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（二级标题微软雅黑加粗，</a:t>
            </a:r>
            <a:r>
              <a:rPr lang="en-US" altLang="zh-CN" sz="14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1400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号字）</a:t>
            </a:r>
            <a:endParaRPr lang="en-US" altLang="zh-CN" sz="1400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1E2D1B3-4070-4C7E-1A3D-A3C2AB818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54" y="954138"/>
            <a:ext cx="120396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053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B369233-7755-6FD8-01BD-1FE8F902DB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54" y="954138"/>
            <a:ext cx="120396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4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61EB10B4-2F61-40B7-AF17-A30502713037}"/>
              </a:ext>
            </a:extLst>
          </p:cNvPr>
          <p:cNvSpPr txBox="1">
            <a:spLocks/>
          </p:cNvSpPr>
          <p:nvPr/>
        </p:nvSpPr>
        <p:spPr>
          <a:xfrm>
            <a:off x="8046602" y="4230178"/>
            <a:ext cx="8292385" cy="5257232"/>
          </a:xfrm>
          <a:prstGeom prst="rect">
            <a:avLst/>
          </a:prstGeom>
        </p:spPr>
        <p:txBody>
          <a:bodyPr lIns="52693" tIns="26346" rIns="52693" bIns="26346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0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zh-CN" altLang="en-US" sz="10000" b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C7C5933-1740-216B-6B3F-D93EFFE77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54" y="954138"/>
            <a:ext cx="120396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053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57</Words>
  <Application>Microsoft Office PowerPoint</Application>
  <PresentationFormat>自定义</PresentationFormat>
  <Paragraphs>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微软雅黑</vt:lpstr>
      <vt:lpstr>Arial</vt:lpstr>
      <vt:lpstr>Calibri</vt:lpstr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bo.lv</dc:creator>
  <cp:lastModifiedBy>ang g</cp:lastModifiedBy>
  <cp:revision>7</cp:revision>
  <dcterms:created xsi:type="dcterms:W3CDTF">2019-09-02T03:47:25Z</dcterms:created>
  <dcterms:modified xsi:type="dcterms:W3CDTF">2025-11-05T03:49:51Z</dcterms:modified>
</cp:coreProperties>
</file>