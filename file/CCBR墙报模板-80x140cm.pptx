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sldIdLst>
    <p:sldId id="257" r:id="rId2"/>
  </p:sldIdLst>
  <p:sldSz cx="28800425" cy="5039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4"/>
  </p:normalViewPr>
  <p:slideViewPr>
    <p:cSldViewPr snapToGrid="0" snapToObjects="1">
      <p:cViewPr varScale="1">
        <p:scale>
          <a:sx n="15" d="100"/>
          <a:sy n="15" d="100"/>
        </p:scale>
        <p:origin x="27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8248329"/>
            <a:ext cx="24480361" cy="17546649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26471644"/>
            <a:ext cx="21600319" cy="12168318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6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354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12565002"/>
            <a:ext cx="24840367" cy="20964976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33728315"/>
            <a:ext cx="24840367" cy="11024985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/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332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13416653"/>
            <a:ext cx="12240181" cy="319783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13416653"/>
            <a:ext cx="12240181" cy="319783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52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683342"/>
            <a:ext cx="24840367" cy="97416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12354992"/>
            <a:ext cx="12183928" cy="6054990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8409982"/>
            <a:ext cx="12183928" cy="270783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12354992"/>
            <a:ext cx="12243932" cy="6054990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8409982"/>
            <a:ext cx="12243932" cy="270783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26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009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706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3359997"/>
            <a:ext cx="9288887" cy="11759988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7256671"/>
            <a:ext cx="14580215" cy="35816631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5119985"/>
            <a:ext cx="9288887" cy="28011643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05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3359997"/>
            <a:ext cx="9288887" cy="11759988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7256671"/>
            <a:ext cx="14580215" cy="35816631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5119985"/>
            <a:ext cx="9288887" cy="28011643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530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996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2683331"/>
            <a:ext cx="6210092" cy="4271162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2683331"/>
            <a:ext cx="18270270" cy="4271162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818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2A48C1-8664-7240-833A-34A3151FD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0034" y="8402782"/>
            <a:ext cx="24840365" cy="319783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3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2683342"/>
            <a:ext cx="24840367" cy="9741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13416653"/>
            <a:ext cx="24840367" cy="31978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46713298"/>
            <a:ext cx="6480096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46713298"/>
            <a:ext cx="9720143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46713298"/>
            <a:ext cx="6480096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958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769C9CD-CA28-7D45-A9F4-D4B530C94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0030" y="5986235"/>
            <a:ext cx="24840365" cy="38796686"/>
          </a:xfrm>
        </p:spPr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9274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115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ang g</cp:lastModifiedBy>
  <cp:revision>13</cp:revision>
  <dcterms:created xsi:type="dcterms:W3CDTF">2022-10-20T17:24:56Z</dcterms:created>
  <dcterms:modified xsi:type="dcterms:W3CDTF">2025-11-05T03:31:02Z</dcterms:modified>
</cp:coreProperties>
</file>